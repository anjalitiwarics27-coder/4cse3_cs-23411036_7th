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4F7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84048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D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University Placement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and intelligently matching students to campus placement opportunities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25400">
            <a:solidFill>
              <a:srgbClr val="1FD1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2064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Preeti Kumari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CS-23411027   |   Batch 2026-2027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&amp; Engineering, IILM University, Greater Noida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at DigiSamaksh Private Limited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Digitizing the Campus Placement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548640" cy="548640"/>
          </a:xfrm>
          <a:prstGeom prst="ellipse">
            <a:avLst/>
          </a:prstGeom>
          <a:solidFill>
            <a:srgbClr val="0B4F7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58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27685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fragmented process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placements are traditionally run through spreadsheets, emails and notice boards — slow and error-prone.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2585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258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27685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digital platform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built to centralize student profiles, job postings, applications and interview scheduling.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15968"/>
            <a:ext cx="548640" cy="548640"/>
          </a:xfrm>
          <a:prstGeom prst="ellipse">
            <a:avLst/>
          </a:prstGeom>
          <a:solidFill>
            <a:srgbClr val="0B4F7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33425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decision making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50292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intelligence layer parses resumes and ranks candidates against job requirements automatically.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3159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33425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user roles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50292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portals for Students, the Placement Cell (TPO), and Recruiters.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Placement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DigiSamaksh Private Limited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931920" cy="4160520"/>
          </a:xfrm>
          <a:prstGeom prst="roundRect">
            <a:avLst>
              <a:gd name="adj" fmla="val 2326"/>
            </a:avLst>
          </a:prstGeom>
          <a:solidFill>
            <a:srgbClr val="0B4F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समक्ष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3337560"/>
            <a:ext cx="2286000" cy="0"/>
          </a:xfrm>
          <a:prstGeom prst="line">
            <a:avLst/>
          </a:prstGeom>
          <a:noFill/>
          <a:ln w="19050">
            <a:solidFill>
              <a:srgbClr val="1FD1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5661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technology-driven organization building custom software, web platforms and data-driven products across education and enterprise domains.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Pradesh, India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929384"/>
            <a:ext cx="146304" cy="146304"/>
          </a:xfrm>
          <a:prstGeom prst="ellipse">
            <a:avLst/>
          </a:prstGeom>
          <a:solidFill>
            <a:srgbClr val="1FD1A6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1874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Role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66360" y="22219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Intern — Technology &amp; Development Department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2980944"/>
            <a:ext cx="146304" cy="146304"/>
          </a:xfrm>
          <a:prstGeom prst="ellipse">
            <a:avLst/>
          </a:prstGeom>
          <a:solidFill>
            <a:srgbClr val="1FD1A6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6360" y="32735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01, 2026 – August 15,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4032504"/>
            <a:ext cx="146304" cy="146304"/>
          </a:xfrm>
          <a:prstGeom prst="ellipse">
            <a:avLst/>
          </a:prstGeom>
          <a:solidFill>
            <a:srgbClr val="1FD1A6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Mentorship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66360" y="432511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from experienced IT professionals; agile, collaborative development culture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5084064"/>
            <a:ext cx="146304" cy="146304"/>
          </a:xfrm>
          <a:prstGeom prst="ellipse">
            <a:avLst/>
          </a:prstGeom>
          <a:solidFill>
            <a:srgbClr val="1FD1A6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5029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66360" y="537667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analysis, system design, backend development, AI integration &amp; testing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Placement Management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Placement Cells Need a Smarter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2660904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5328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circulation of job &amp; drive notifications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3264408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363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eligibility verification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3867912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398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track applications across multiple drives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4471416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repository of resumes &amp; academic records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507492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9469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shortlisting when applicant volume is high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192024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0B4F73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148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D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2606040"/>
            <a:ext cx="4434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intelligent platform that automates repetitive administrative tasks, ensures accurate eligibility filtering, and uses AI to help recruiters identify the most suitable candidates — quickly and reliably.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Placement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Sets Out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21992"/>
            <a:ext cx="502920" cy="502920"/>
          </a:xfrm>
          <a:prstGeom prst="ellipse">
            <a:avLst/>
          </a:prstGeom>
          <a:solidFill>
            <a:srgbClr val="0B4F7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96112" y="286207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web platform for the full placement lifecycle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22219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36592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736592" y="286207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students, placement cell &amp; recruiters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77072" y="2221992"/>
            <a:ext cx="502920" cy="502920"/>
          </a:xfrm>
          <a:prstGeom prst="ellipse">
            <a:avLst/>
          </a:prstGeom>
          <a:solidFill>
            <a:srgbClr val="0B4F73"/>
          </a:solidFill>
          <a:ln/>
        </p:spPr>
      </p:sp>
      <p:sp>
        <p:nvSpPr>
          <p:cNvPr id="14" name="Text 12"/>
          <p:cNvSpPr/>
          <p:nvPr/>
        </p:nvSpPr>
        <p:spPr>
          <a:xfrm>
            <a:off x="8577072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77072" y="286207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eligibility checks (CGPA, backlogs, branch)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4187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96112" y="482803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resume parsing &amp; candidate-job matching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39319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4187952"/>
            <a:ext cx="502920" cy="502920"/>
          </a:xfrm>
          <a:prstGeom prst="ellipse">
            <a:avLst/>
          </a:prstGeom>
          <a:solidFill>
            <a:srgbClr val="0B4F73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736592" y="482803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application submission &amp; real-time status tracking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39319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77072" y="4187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577072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577072" y="482803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analytics &amp; reporting for the placement cell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Placement Management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Lifecycle Covered by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0B4F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260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40280" y="292608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96312" y="2926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496312" y="29260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96512" y="292608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52544" y="2926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0B4F73"/>
          </a:solidFill>
          <a:ln/>
        </p:spPr>
      </p:sp>
      <p:sp>
        <p:nvSpPr>
          <p:cNvPr id="11" name="Text 9"/>
          <p:cNvSpPr/>
          <p:nvPr/>
        </p:nvSpPr>
        <p:spPr>
          <a:xfrm>
            <a:off x="4352544" y="29260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Filter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52744" y="292608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08776" y="2926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208776" y="29260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08976" y="292608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65008" y="2926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0B4F73"/>
          </a:solidFill>
          <a:ln/>
        </p:spPr>
      </p:sp>
      <p:sp>
        <p:nvSpPr>
          <p:cNvPr id="17" name="Text 15"/>
          <p:cNvSpPr/>
          <p:nvPr/>
        </p:nvSpPr>
        <p:spPr>
          <a:xfrm>
            <a:off x="8065008" y="29260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Shortlisting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65208" y="2926080"/>
            <a:ext cx="256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21240" y="29260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29260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&amp; Records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scope covers core placement functionality end-to-end together with the AI-based resume-matching module.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5029200"/>
            <a:ext cx="9052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 </a:t>
            </a:r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apps, video-interview integration, and advanced analytics dashboards.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Placement Management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B4F7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671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624328"/>
            <a:ext cx="640080" cy="0"/>
          </a:xfrm>
          <a:prstGeom prst="line">
            <a:avLst/>
          </a:prstGeom>
          <a:noFill/>
          <a:ln w="19050">
            <a:solidFill>
              <a:srgbClr val="1FD1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43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HTML5, CSS3, JavaScript, Bootstrap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B4F73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1671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2624328"/>
            <a:ext cx="640080" cy="0"/>
          </a:xfrm>
          <a:prstGeom prst="line">
            <a:avLst/>
          </a:prstGeom>
          <a:noFill/>
          <a:ln w="19050">
            <a:solidFill>
              <a:srgbClr val="1FD1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743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(Django / Flask), Node.js (Express.js)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0B4F73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216712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49640" y="2624328"/>
            <a:ext cx="640080" cy="0"/>
          </a:xfrm>
          <a:prstGeom prst="line">
            <a:avLst/>
          </a:prstGeom>
          <a:noFill/>
          <a:ln w="19050">
            <a:solidFill>
              <a:srgbClr val="1FD1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743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relational data storage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330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Machine Learning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590288"/>
            <a:ext cx="640080" cy="0"/>
          </a:xfrm>
          <a:prstGeom prst="line">
            <a:avLst/>
          </a:prstGeom>
          <a:noFill/>
          <a:ln w="19050">
            <a:solidFill>
              <a:srgbClr val="1FD1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Pandas, NumPy, NLP (NLTK / spaCy)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39319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41330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9160" y="4590288"/>
            <a:ext cx="640080" cy="0"/>
          </a:xfrm>
          <a:prstGeom prst="line">
            <a:avLst/>
          </a:prstGeom>
          <a:noFill/>
          <a:ln w="19050">
            <a:solidFill>
              <a:srgbClr val="1FD1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21040" y="39319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549640" y="41330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Deployment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49640" y="4590288"/>
            <a:ext cx="640080" cy="0"/>
          </a:xfrm>
          <a:prstGeom prst="line">
            <a:avLst/>
          </a:prstGeom>
          <a:noFill/>
          <a:ln w="19050">
            <a:solidFill>
              <a:srgbClr val="1FD1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Postman, MySQL Workbench, Cloud hosting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Placement Management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Architecture with an AI Service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0B4F7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D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interface — Student, Recruiter &amp; Placement Cell portals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94960" y="2999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456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D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(REST APIs)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794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•  Eligibility validation  •  Application workflow  •  Interview scheduling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3840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66760" y="333756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D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SERVICE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95360" y="37947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parsing, feature extraction &amp; similarity scoring to rank candidates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4960" y="4828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19379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0B4F73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285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D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(MySQL)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558698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profiles, job postings, applications, interview schedules &amp; placement records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Placement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Agile, Iterative Development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2996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A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Analysis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0906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existing processes &amp; gathering functional requirements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02996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A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70916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09160" y="30906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schema, API endpoints, UI wireframes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21040" y="19202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202996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A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49640" y="26974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Backend Dev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49640" y="30906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UI, authentication, eligibility logic, REST APIs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13308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A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Module Development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19379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parser &amp; candidate-job matching model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40233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413308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A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09160" y="4800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Testing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09160" y="519379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 &amp; user-acceptance testing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21040" y="40233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413308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A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49640" y="4800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Review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49640" y="519379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deployment and mentor review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Placement Management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D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 of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3284A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1FD1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portal suite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13639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functional portals for students, recruiters &amp; the placement cell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3284A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194560"/>
            <a:ext cx="457200" cy="457200"/>
          </a:xfrm>
          <a:prstGeom prst="ellipse">
            <a:avLst/>
          </a:prstGeom>
          <a:solidFill>
            <a:srgbClr val="1FD1A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eligibility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9160" y="313639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verification effort for the placement cell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3284A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194560"/>
            <a:ext cx="457200" cy="457200"/>
          </a:xfrm>
          <a:prstGeom prst="ellipse">
            <a:avLst/>
          </a:prstGeom>
          <a:solidFill>
            <a:srgbClr val="1FD1A6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49640" y="2788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AI-ranked shortlists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49640" y="313639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&amp; relevance ranking against job descriptions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3284A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60520"/>
            <a:ext cx="457200" cy="457200"/>
          </a:xfrm>
          <a:prstGeom prst="ellipse">
            <a:avLst/>
          </a:prstGeom>
          <a:solidFill>
            <a:srgbClr val="1FD1A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754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turnaround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51023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Quicker drive publishing, applications &amp; shortlisting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39319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3284A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160520"/>
            <a:ext cx="457200" cy="457200"/>
          </a:xfrm>
          <a:prstGeom prst="ellipse">
            <a:avLst/>
          </a:prstGeom>
          <a:solidFill>
            <a:srgbClr val="1FD1A6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09160" y="4754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data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09160" y="51023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repository supporting future reporting &amp; analytics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39319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3284A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49640" y="4160520"/>
            <a:ext cx="457200" cy="457200"/>
          </a:xfrm>
          <a:prstGeom prst="ellipse">
            <a:avLst/>
          </a:prstGeom>
          <a:solidFill>
            <a:srgbClr val="1FD1A6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49640" y="4754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skill-building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49640" y="510235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full-stack development &amp; applied ML experience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Placement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from the Internship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457200" cy="457200"/>
          </a:xfrm>
          <a:prstGeom prst="ellipse">
            <a:avLst/>
          </a:prstGeom>
          <a:solidFill>
            <a:srgbClr val="0B4F7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2860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using React, Django/Flask and MySQL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944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94436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NLP and similarity scoring to solve a real-world matching problem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3602736"/>
            <a:ext cx="457200" cy="457200"/>
          </a:xfrm>
          <a:prstGeom prst="ellipse">
            <a:avLst/>
          </a:prstGeom>
          <a:solidFill>
            <a:srgbClr val="0B4F7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602736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modular, API-driven system architecture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4261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26110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software practices — version control, code review, agile iteration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4919472"/>
            <a:ext cx="457200" cy="457200"/>
          </a:xfrm>
          <a:prstGeom prst="ellipse">
            <a:avLst/>
          </a:prstGeom>
          <a:solidFill>
            <a:srgbClr val="0B4F7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919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640" y="491947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academic knowledge into a client-facing production project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University Placement Management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4F7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474720" cy="347472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D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25400">
            <a:solidFill>
              <a:srgbClr val="1FD1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343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Preeti Kumari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CS-23411027  |  IILM University, Greater Noida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Intern, DigiSamaksh Private Limited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2026-08-23T10:08:28Z</dcterms:created>
  <dcterms:modified xsi:type="dcterms:W3CDTF">2026-08-23T10:08:28Z</dcterms:modified>
</cp:coreProperties>
</file>